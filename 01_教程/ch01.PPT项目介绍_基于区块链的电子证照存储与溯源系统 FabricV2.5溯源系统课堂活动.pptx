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2" r:id="rId6"/>
    <p:sldId id="259" r:id="rId7"/>
    <p:sldId id="260" r:id="rId8"/>
    <p:sldId id="261" r:id="rId9"/>
    <p:sldId id="263" r:id="rId10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66"/>
  </p:normalViewPr>
  <p:slideViewPr>
    <p:cSldViewPr snapToGrid="0">
      <p:cViewPr varScale="1">
        <p:scale>
          <a:sx n="96" d="100"/>
          <a:sy n="96" d="100"/>
        </p:scale>
        <p:origin x="20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s://github.com/TrueTechLabs/fabric-trac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287655" y="2172335"/>
            <a:ext cx="10412095" cy="1341120"/>
          </a:xfrm>
        </p:spPr>
        <p:txBody>
          <a:bodyPr/>
          <a:lstStyle/>
          <a:p>
            <a:r>
              <a:rPr kumimoji="1" lang="zh-CN" altLang="en-US" dirty="0"/>
              <a:t>基于区块链的电子证照存储与溯源系统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36207" y="4107348"/>
            <a:ext cx="8912668" cy="2210267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B</a:t>
            </a:r>
            <a:r>
              <a:rPr kumimoji="1" lang="zh-CN" altLang="en-US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站</a:t>
            </a:r>
            <a:r>
              <a:rPr kumimoji="1" lang="en-US" altLang="zh-CN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@</a:t>
            </a:r>
            <a:r>
              <a:rPr kumimoji="1" lang="en-GB" altLang="zh-CN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ammlhguhj</a:t>
            </a:r>
            <a:endParaRPr kumimoji="1" lang="en-GB" altLang="zh-CN" dirty="0">
              <a:solidFill>
                <a:schemeClr val="tx1"/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  <a:p>
            <a:r>
              <a:rPr kumimoji="1" lang="en-GB" altLang="zh-CN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https://space.bilibili.com/9911299</a:t>
            </a:r>
            <a:endParaRPr kumimoji="1" lang="en-GB" altLang="zh-CN" dirty="0">
              <a:solidFill>
                <a:schemeClr val="tx1"/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  <a:p>
            <a:r>
              <a:rPr kumimoji="1" lang="zh-CN" altLang="en-GB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项目</a:t>
            </a:r>
            <a:r>
              <a:rPr kumimoji="1" lang="zh-CN" altLang="en-US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开源链接：</a:t>
            </a:r>
            <a:r>
              <a:rPr kumimoji="1" lang="en-GB" altLang="zh-CN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  <a:hlinkClick r:id="rId1"/>
              </a:rPr>
              <a:t>https://gitee.com/surgar2022/fabric-eCert-trace-ipfs</a:t>
            </a:r>
            <a:endParaRPr kumimoji="1" lang="en-GB" altLang="zh-CN" dirty="0">
              <a:solidFill>
                <a:schemeClr val="tx1"/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  <a:hlinkClick r:id="rId1"/>
            </a:endParaRPr>
          </a:p>
          <a:p>
            <a:r>
              <a:rPr kumimoji="1" lang="en-US" altLang="en-GB" dirty="0">
                <a:solidFill>
                  <a:schemeClr val="tx1"/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2024/07/14</a:t>
            </a:r>
            <a:endParaRPr kumimoji="1" lang="en-US" altLang="en-GB" dirty="0">
              <a:solidFill>
                <a:schemeClr val="tx1"/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</p:txBody>
      </p:sp>
      <p:pic>
        <p:nvPicPr>
          <p:cNvPr id="5" name="图片 4" descr="图标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351" y="154084"/>
            <a:ext cx="632421" cy="56771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33772" y="253275"/>
            <a:ext cx="305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TrueTechLabs</a:t>
            </a:r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 </a:t>
            </a:r>
            <a:r>
              <a:rPr kumimoji="1"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B</a:t>
            </a:r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rPr>
              <a:t>站课堂活动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Source Han Sans CN Normal" panose="020B0500000000000000" pitchFamily="34" charset="-128"/>
              <a:ea typeface="Source Han Sans CN Normal" panose="020B0500000000000000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660209"/>
            <a:ext cx="8596668" cy="3880773"/>
          </a:xfrm>
        </p:spPr>
        <p:txBody>
          <a:bodyPr>
            <a:normAutofit/>
          </a:bodyPr>
          <a:lstStyle/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项目介绍</a:t>
            </a:r>
            <a:endParaRPr kumimoji="1"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项目背景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项目工作与技术实现</a:t>
            </a:r>
            <a:endParaRPr kumimoji="1"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特色与创新点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区块链</a:t>
            </a: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业务网络</a:t>
            </a:r>
            <a:endParaRPr kumimoji="1"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总结与展望</a:t>
            </a:r>
            <a:endParaRPr kumimoji="1"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kumimoji="1"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</a:t>
            </a:r>
            <a:r>
              <a:rPr kumimoji="1" lang="zh-CN" altLang="en-US" dirty="0"/>
              <a:t>介绍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718629"/>
            <a:ext cx="8596668" cy="3880773"/>
          </a:xfrm>
        </p:spPr>
        <p:txBody>
          <a:bodyPr/>
          <a:lstStyle/>
          <a:p>
            <a:pPr marL="0"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概述：本项目基于</a:t>
            </a:r>
            <a:r>
              <a:rPr lang="en-GB" altLang="zh-CN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Hyperledger Fabric V2.5</a:t>
            </a:r>
            <a:r>
              <a:rPr lang="zh-CN" altLang="en-GB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实现了一个电子证照存储与溯源系统。 在本区块链系统中，有</a:t>
            </a:r>
            <a:r>
              <a:rPr lang="en-US" altLang="zh-CN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个内置的角色：个人用户、政务部门、企业组织、技术支撑实体、其他相关实体。其中个人用户、政务部门、企业组织、技术支撑实体可以将信息上链，</a:t>
            </a: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其他相关实体</a:t>
            </a: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有信息溯源权限。</a:t>
            </a:r>
            <a:endParaRPr lang="zh-CN" altLang="en-US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采用的技术栈：</a:t>
            </a:r>
            <a:r>
              <a:rPr lang="en-GB" altLang="zh-CN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Fabric V2.5</a:t>
            </a:r>
            <a:r>
              <a:rPr lang="zh-CN" altLang="en-GB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GB" altLang="zh-CN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Gin</a:t>
            </a:r>
            <a:r>
              <a:rPr lang="zh-CN" altLang="en-GB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GB" altLang="zh-CN" dirty="0" err="1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Vue.js</a:t>
            </a:r>
            <a:r>
              <a:rPr lang="zh-CN" altLang="en-GB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GB" altLang="zh-CN" dirty="0" err="1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Mysql</a:t>
            </a:r>
            <a:r>
              <a:rPr lang="zh-CN" altLang="en-GB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GB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开发</a:t>
            </a: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工具：1Panel, CentOS, MySQL, VSCode, Docker</a:t>
            </a:r>
            <a:endParaRPr lang="zh-CN" altLang="en-US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技术架构：Hyperledger Fabric V2.5</a:t>
            </a:r>
            <a:endParaRPr lang="zh-CN" altLang="en-US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endParaRPr lang="zh-CN" altLang="en-US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项目背景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405" y="1348740"/>
            <a:ext cx="9059545" cy="5098415"/>
          </a:xfrm>
        </p:spPr>
        <p:txBody>
          <a:bodyPr>
            <a:normAutofit/>
          </a:bodyPr>
          <a:lstStyle/>
          <a:p>
            <a:pPr marL="0" indent="457200">
              <a:lnSpc>
                <a:spcPct val="150000"/>
              </a:lnSpc>
              <a:buNone/>
            </a:pPr>
            <a:r>
              <a:rPr lang="zh-CN" altLang="en-US" sz="1800" b="1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指导方针</a:t>
            </a:r>
            <a:endParaRPr lang="zh-CN" altLang="en-US" sz="1800" b="1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b="0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国务院办公厅：推动政务服务标准化、规范化、便利化</a:t>
            </a:r>
            <a:endParaRPr lang="zh-CN" altLang="en-US" sz="1800" b="0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b="0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政策背景：加快实现政务服务线上线下一体化</a:t>
            </a:r>
            <a:endParaRPr lang="zh-CN" altLang="en-US" sz="1800" b="0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800" b="1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电子证照应用需求</a:t>
            </a:r>
            <a:endParaRPr lang="zh-CN" altLang="en-US" sz="1800" b="1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b="0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现存问题：数据共享不及时、监管缺失、电子证照真实性验证困难</a:t>
            </a:r>
            <a:endParaRPr lang="zh-CN" altLang="en-US" sz="1800" b="0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b="0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传统存储方式：中心化存储、数据易篡改、存储量大</a:t>
            </a:r>
            <a:endParaRPr lang="zh-CN" altLang="en-US" sz="1800" b="0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800" b="1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解决方案</a:t>
            </a:r>
            <a:endParaRPr lang="zh-CN" altLang="en-US" sz="1800" b="1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800" b="0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0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1800" b="0" i="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区块链技术：利用区块链技术实现数据溯源与存储</a:t>
            </a:r>
            <a:endParaRPr lang="zh-CN" altLang="en-US" sz="1800" b="0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目标：实现跨部门、跨区域电子证照互认共享</a:t>
            </a:r>
            <a:endParaRPr lang="zh-CN" altLang="en-US" sz="1800" b="0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endParaRPr lang="zh-CN" altLang="en-US" sz="1800" b="0" i="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项目工作与技术实现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93700" y="1304290"/>
            <a:ext cx="8596630" cy="5361940"/>
          </a:xfrm>
        </p:spPr>
        <p:txBody>
          <a:bodyPr>
            <a:normAutofit/>
          </a:bodyPr>
          <a:p>
            <a:pPr marL="0" indent="457200">
              <a:lnSpc>
                <a:spcPct val="150000"/>
              </a:lnSpc>
              <a:buNone/>
            </a:pPr>
            <a:r>
              <a:rPr sz="1800" b="1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关键技术研究</a:t>
            </a:r>
            <a:endParaRPr sz="1800" b="1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sz="180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特色业务模型构建</a:t>
            </a:r>
            <a:endParaRPr sz="180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sz="180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数据安全共享技术研发</a:t>
            </a:r>
            <a:endParaRPr sz="180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sz="180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政务服务场景构建</a:t>
            </a:r>
            <a:endParaRPr sz="180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sz="1800" b="1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区块链中间件与平台研发</a:t>
            </a:r>
            <a:endParaRPr sz="1800" b="1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sz="180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一体化平台构建</a:t>
            </a:r>
            <a:endParaRPr sz="180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sz="180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平台示范应用与效果</a:t>
            </a:r>
            <a:endParaRPr sz="180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sz="1800" b="1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IPFS（星际文件系统）链下存储方案</a:t>
            </a:r>
            <a:endParaRPr sz="1800" b="1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sz="180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分布式存储与区块链结合</a:t>
            </a:r>
            <a:endParaRPr sz="180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sz="180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实现去中心化安全存储</a:t>
            </a:r>
            <a:endParaRPr sz="180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特色与创新点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3225" y="1433195"/>
            <a:ext cx="8596630" cy="4664710"/>
          </a:xfrm>
        </p:spPr>
        <p:txBody>
          <a:bodyPr>
            <a:noAutofit/>
          </a:bodyPr>
          <a:lstStyle/>
          <a:p>
            <a:pPr marL="0" indent="457200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电子证照存储与溯源</a:t>
            </a:r>
            <a:endParaRPr lang="zh-CN" altLang="en-US" sz="1800" b="1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智能合约实现溯源逻辑</a:t>
            </a:r>
            <a:endParaRPr lang="zh-CN" altLang="en-US" sz="180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IPFS存储提升系统扩展性</a:t>
            </a:r>
            <a:endParaRPr lang="zh-CN" altLang="en-US" sz="180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技术亮点</a:t>
            </a:r>
            <a:endParaRPr lang="zh-CN" altLang="en-US" sz="1800" b="1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高效的证照查询效率</a:t>
            </a:r>
            <a:endParaRPr lang="zh-CN" altLang="en-US" sz="180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完整性验证与区块链浏览器功能</a:t>
            </a:r>
            <a:endParaRPr lang="zh-CN" altLang="en-US" sz="180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3194" y="194310"/>
            <a:ext cx="8596668" cy="1320800"/>
          </a:xfrm>
        </p:spPr>
        <p:txBody>
          <a:bodyPr/>
          <a:lstStyle/>
          <a:p>
            <a:r>
              <a:rPr kumimoji="1" lang="zh-CN" altLang="en-US" dirty="0"/>
              <a:t>区块链业务</a:t>
            </a:r>
            <a:r>
              <a:rPr kumimoji="1" lang="zh-CN" altLang="en-US" dirty="0"/>
              <a:t>网络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545" y="1651635"/>
            <a:ext cx="8596630" cy="4389755"/>
          </a:xfrm>
        </p:spPr>
        <p:txBody>
          <a:bodyPr/>
          <a:lstStyle/>
          <a:p>
            <a:pPr marL="457200" lvl="1" indent="457200">
              <a:lnSpc>
                <a:spcPct val="150000"/>
              </a:lnSpc>
              <a:buNone/>
            </a:pPr>
            <a:endParaRPr lang="zh-CN" altLang="en-US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05" y="1116965"/>
            <a:ext cx="10393680" cy="499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8399" y="1488759"/>
            <a:ext cx="8596668" cy="3880773"/>
          </a:xfrm>
        </p:spPr>
        <p:txBody>
          <a:bodyPr/>
          <a:lstStyle/>
          <a:p>
            <a:pPr marL="0" indent="457200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项目成果</a:t>
            </a:r>
            <a:endParaRPr lang="zh-CN" altLang="en-US" sz="1800" b="1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实现目标：建立安全、高效的电子证照存储与溯源系统</a:t>
            </a:r>
            <a:endParaRPr lang="zh-CN" altLang="en-US" sz="180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社会效益：优化政务服务，降低交易成本，提升治理能力</a:t>
            </a:r>
            <a:endParaRPr lang="zh-CN" altLang="en-US" sz="180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未来展望</a:t>
            </a:r>
            <a:endParaRPr lang="zh-CN" altLang="en-US" sz="1800" b="1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技术发展：持续技术创新，拓展应用场景</a:t>
            </a:r>
            <a:endParaRPr lang="zh-CN" altLang="en-US" sz="180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45720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rgbClr val="1F2328"/>
                </a:solidFill>
                <a:highlight>
                  <a:srgbClr val="FFFFFF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市场推广：推动项目在更多政务领域的应用与普及</a:t>
            </a:r>
            <a:endParaRPr lang="zh-CN" altLang="en-US" sz="1800" dirty="0">
              <a:solidFill>
                <a:srgbClr val="1F2328"/>
              </a:solidFill>
              <a:highlight>
                <a:srgbClr val="FFFFFF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YWExZmY1ZjIwNTRhYTViMDg5NzMxMzEzM2UxMjNmMWIifQ=="/>
</p:tagLst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879</Words>
  <Application>WPS 演示</Application>
  <PresentationFormat>宽屏</PresentationFormat>
  <Paragraphs>73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Wingdings 3</vt:lpstr>
      <vt:lpstr>Arial</vt:lpstr>
      <vt:lpstr>Source Han Sans CN Normal</vt:lpstr>
      <vt:lpstr>Yu Gothic UI</vt:lpstr>
      <vt:lpstr>黑体</vt:lpstr>
      <vt:lpstr>方正姚体</vt:lpstr>
      <vt:lpstr>Trebuchet MS</vt:lpstr>
      <vt:lpstr>微软雅黑</vt:lpstr>
      <vt:lpstr>Arial Unicode MS</vt:lpstr>
      <vt:lpstr>华文新魏</vt:lpstr>
      <vt:lpstr>Calibri</vt:lpstr>
      <vt:lpstr>平面</vt:lpstr>
      <vt:lpstr>基于区块链的电子证照存储与溯源系统</vt:lpstr>
      <vt:lpstr>目录</vt:lpstr>
      <vt:lpstr>项目简介</vt:lpstr>
      <vt:lpstr>研究意义</vt:lpstr>
      <vt:lpstr>研究思路</vt:lpstr>
      <vt:lpstr>开发工具</vt:lpstr>
      <vt:lpstr>问题与解决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基于区块链的农产品溯源系统</dc:title>
  <dc:creator>A A</dc:creator>
  <cp:lastModifiedBy>mubai</cp:lastModifiedBy>
  <cp:revision>15</cp:revision>
  <dcterms:created xsi:type="dcterms:W3CDTF">2024-04-08T11:31:00Z</dcterms:created>
  <dcterms:modified xsi:type="dcterms:W3CDTF">2024-07-14T07:40:03Z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7C5223A2835A480FB400C3BF373C7583_12</vt:lpwstr>
  </property>
  <property fmtid="{D5CDD505-2E9C-101B-9397-08002B2CF9AE}" pid="3" name="KSOProductBuildVer">
    <vt:lpwstr>2052-12.1.0.16729</vt:lpwstr>
  </property>
</Properties>
</file>